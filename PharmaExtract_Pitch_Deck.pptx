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PharmaExtract AI Agent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Pre-Submission Validation for GMP Batch Records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Processing Hackathon  |  April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before they cost millions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batch records are a compliance time bomb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$4-8B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errors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60-70%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56616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pharma sites still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batch records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800+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40080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warning letters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(2015-2026)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703320"/>
            <a:ext cx="8046720" cy="640080"/>
          </a:xfrm>
          <a:prstGeom prst="rect">
            <a:avLst/>
          </a:prstGeom>
          <a:solidFill>
            <a:srgbClr val="1C1117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370332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7033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batch record transcription error can trigger a deviation investigation costing $10,000 – $50,000.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CMOs exceed 80% paper-based records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validation that catches errors before they become deviations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PharmaExtract AI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agent that reads handwritten and non-standardized pharmaceutical batch records, extracts structured data into a validated JSON schema, and flags errors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schema is complete and valid, the user proceeds. If errors are detected, they correct and resubmit — eliminating costly downstream deviations.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37160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4904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OCR + LLM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handwritten &amp; printed forms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37760" y="2176272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37760" y="2176272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2951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66928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validated BMR schema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2980944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980944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0998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6928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OOS, missing fields, math errors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937760" y="3785616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37760" y="3785616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90448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66928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resubmit before filing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 from handwritten record to validated submission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89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35608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5960" y="1325880"/>
            <a:ext cx="6583680" cy="71323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Scan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48840" y="1645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completes handwritten batch manufacturing record and scans/photographs it as PDF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1984248"/>
            <a:ext cx="0" cy="201168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33172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965960" y="2221992"/>
            <a:ext cx="6583680" cy="71323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6" name="Text 12"/>
          <p:cNvSpPr/>
          <p:nvPr/>
        </p:nvSpPr>
        <p:spPr>
          <a:xfrm>
            <a:off x="21488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148840" y="25420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is submitted to the AI model, which reads handwriting and extracts data into a structured JSON schema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" y="2880360"/>
            <a:ext cx="0" cy="201168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48640" y="3182112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3182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227832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965960" y="3118104"/>
            <a:ext cx="6583680" cy="71323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3" name="Text 18"/>
          <p:cNvSpPr/>
          <p:nvPr/>
        </p:nvSpPr>
        <p:spPr>
          <a:xfrm>
            <a:off x="2148840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Review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2148840" y="343814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handwritten document and populated schema are displayed together for comparison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22960" y="3776472"/>
            <a:ext cx="0" cy="201168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548640" y="4078224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4123944"/>
            <a:ext cx="411480" cy="4114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965960" y="4014216"/>
            <a:ext cx="6583680" cy="713232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0" name="Text 24"/>
          <p:cNvSpPr/>
          <p:nvPr/>
        </p:nvSpPr>
        <p:spPr>
          <a:xfrm>
            <a:off x="2148840" y="4059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2148840" y="43342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schema is complete and valid → Proceed button. If errors found → Correct &amp; Resubmit for another pass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from scan to validated submission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103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651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Upload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05740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325880"/>
            <a:ext cx="196596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1325880"/>
            <a:ext cx="1965960" cy="54864"/>
          </a:xfrm>
          <a:prstGeom prst="rect">
            <a:avLst/>
          </a:prstGeom>
          <a:solidFill>
            <a:srgbClr val="0284C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103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51760" y="2651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OCR Fallback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5740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800600" y="1325880"/>
            <a:ext cx="196596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00600" y="132588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50876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00600" y="2103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892040" y="2651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Spec Parsing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05740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040880" y="1325880"/>
            <a:ext cx="1965960" cy="19202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040880" y="132588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508760"/>
            <a:ext cx="502920" cy="5029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21031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7132320" y="26517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Proceed / Fix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3520440"/>
            <a:ext cx="8046720" cy="128016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9" name="Text 20"/>
          <p:cNvSpPr/>
          <p:nvPr/>
        </p:nvSpPr>
        <p:spPr>
          <a:xfrm>
            <a:off x="73152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(BMR Schema)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731520" y="3840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"product_name": "Metformin HCl 500mg", "batch_number": "BN-2026-0342",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"yield": { "theoretical": "500,000", "actual": "516,000", "percent": "103.2%"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"deviations": [{ "type": "IMPOSSIBLE_VALUE", "severity": "CRITICAL",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"description": "Yield 103.2% exceeds 100%..." }] }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Validation Gate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possible outcomes after AI extraction and validation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6002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VALID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populated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within specification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batch numbers consistent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calculation verified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463040" y="3977640"/>
            <a:ext cx="201168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Submission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2331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ERRORS DETECTED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120640" y="27889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flagged with severity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 in document shown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guidance provided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corrects BMR and resubmits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69280" y="3977640"/>
            <a:ext cx="201168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0" y="3977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Resubmit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Catch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of automated compliance checks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89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Out-of-Spec Results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 4.2 vs spec 5.5–7.5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28016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389888"/>
            <a:ext cx="73152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 operator signature on Step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42316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532888"/>
            <a:ext cx="73152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532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59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Inconsistencies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date ≠ header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423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2532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532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5216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Mismatches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# changes mid-document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675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675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4592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4023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exceeds 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566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3675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675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5216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Contradictions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4023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OOS result marked 'CONFORMS'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Live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 processed two synthetic GMP documents with embedded errors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Production Record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HCl 500mg  |  BN-2026-0342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103.2% — physically impossible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4.2 below spec (5.5–7.5)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 mismatch: 0342 vs 0343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694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operator on 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inconsistency on Step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384048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258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HCl USP API  |  Lot API-8834-A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0664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98.2% below spec (99.0–101.0%)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metals &gt; 10 ppm spec limit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OOS results marked 'CONFORMS'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694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date before mfg 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1C1117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 / 10 embedded errors detected — 100% catch rate on synthetic test data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validation saves money at every stage of the compliance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errors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mistakes before they enter the system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review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vs. manual data entry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$50K+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deviation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caught = one investigation avoided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Compliance Assessment Built In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65760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5" name="Text 20"/>
          <p:cNvSpPr/>
          <p:nvPr/>
        </p:nvSpPr>
        <p:spPr>
          <a:xfrm>
            <a:off x="3657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85800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084832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8" name="Text 23"/>
          <p:cNvSpPr/>
          <p:nvPr/>
        </p:nvSpPr>
        <p:spPr>
          <a:xfrm>
            <a:off x="2084832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2404872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803904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1" name="Text 26"/>
          <p:cNvSpPr/>
          <p:nvPr/>
        </p:nvSpPr>
        <p:spPr>
          <a:xfrm>
            <a:off x="3803904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4123944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522976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29"/>
          <p:cNvSpPr/>
          <p:nvPr/>
        </p:nvSpPr>
        <p:spPr>
          <a:xfrm>
            <a:off x="5522976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843016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242048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7" name="Text 32"/>
          <p:cNvSpPr/>
          <p:nvPr/>
        </p:nvSpPr>
        <p:spPr>
          <a:xfrm>
            <a:off x="7242048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7562088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PharmaExtract AI Agent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finding errors after they cost you. Find them before.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+  Claude Vision API  +  Pydantic  +  Rule Engine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4297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Processing Hackathon  |  April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PharmaExtract AI Agent — Hackathon Pitch</dc:title>
  <dc:subject>PptxGenJS Presentation</dc:subject>
  <dc:creator>PharmaExtract Team</dc:creator>
  <cp:lastModifiedBy>PharmaExtract Team</cp:lastModifiedBy>
  <cp:revision>1</cp:revision>
  <dcterms:created xsi:type="dcterms:W3CDTF">2026-04-13T18:25:54Z</dcterms:created>
  <dcterms:modified xsi:type="dcterms:W3CDTF">2026-04-13T18:25:54Z</dcterms:modified>
</cp:coreProperties>
</file>